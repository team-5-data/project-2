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nkya Khot" userId="eb7e41071af96720" providerId="LiveId" clId="{BD362E3D-F3F6-4757-AA91-0400C9976DFE}"/>
    <pc:docChg chg="undo custSel addSld modSld">
      <pc:chgData name="Ajinkya Khot" userId="eb7e41071af96720" providerId="LiveId" clId="{BD362E3D-F3F6-4757-AA91-0400C9976DFE}" dt="2026-03-27T09:17:53.508" v="560" actId="12"/>
      <pc:docMkLst>
        <pc:docMk/>
      </pc:docMkLst>
      <pc:sldChg chg="modSp mod">
        <pc:chgData name="Ajinkya Khot" userId="eb7e41071af96720" providerId="LiveId" clId="{BD362E3D-F3F6-4757-AA91-0400C9976DFE}" dt="2026-03-27T09:17:04.110" v="558" actId="12"/>
        <pc:sldMkLst>
          <pc:docMk/>
          <pc:sldMk cId="4279719649" sldId="258"/>
        </pc:sldMkLst>
        <pc:spChg chg="mod">
          <ac:chgData name="Ajinkya Khot" userId="eb7e41071af96720" providerId="LiveId" clId="{BD362E3D-F3F6-4757-AA91-0400C9976DFE}" dt="2026-03-27T09:17:04.110" v="558" actId="12"/>
          <ac:spMkLst>
            <pc:docMk/>
            <pc:sldMk cId="4279719649" sldId="258"/>
            <ac:spMk id="4" creationId="{58150D5E-5CA8-60CB-1487-6D167170CC63}"/>
          </ac:spMkLst>
        </pc:spChg>
      </pc:sldChg>
      <pc:sldChg chg="addSp delSp modSp mod">
        <pc:chgData name="Ajinkya Khot" userId="eb7e41071af96720" providerId="LiveId" clId="{BD362E3D-F3F6-4757-AA91-0400C9976DFE}" dt="2026-03-27T08:44:57.378" v="526" actId="1076"/>
        <pc:sldMkLst>
          <pc:docMk/>
          <pc:sldMk cId="3621537403" sldId="259"/>
        </pc:sldMkLst>
        <pc:spChg chg="mod">
          <ac:chgData name="Ajinkya Khot" userId="eb7e41071af96720" providerId="LiveId" clId="{BD362E3D-F3F6-4757-AA91-0400C9976DFE}" dt="2026-03-27T08:43:36.410" v="514" actId="1076"/>
          <ac:spMkLst>
            <pc:docMk/>
            <pc:sldMk cId="3621537403" sldId="259"/>
            <ac:spMk id="2" creationId="{D672A3E5-89B8-CB67-A93F-6382A06A6B84}"/>
          </ac:spMkLst>
        </pc:spChg>
        <pc:spChg chg="mod">
          <ac:chgData name="Ajinkya Khot" userId="eb7e41071af96720" providerId="LiveId" clId="{BD362E3D-F3F6-4757-AA91-0400C9976DFE}" dt="2026-03-27T08:44:33.297" v="523" actId="1076"/>
          <ac:spMkLst>
            <pc:docMk/>
            <pc:sldMk cId="3621537403" sldId="259"/>
            <ac:spMk id="4" creationId="{990929E1-1ABE-B8A9-60B7-8E2130E3396C}"/>
          </ac:spMkLst>
        </pc:spChg>
        <pc:picChg chg="add del mod">
          <ac:chgData name="Ajinkya Khot" userId="eb7e41071af96720" providerId="LiveId" clId="{BD362E3D-F3F6-4757-AA91-0400C9976DFE}" dt="2026-03-27T06:00:23.363" v="376" actId="478"/>
          <ac:picMkLst>
            <pc:docMk/>
            <pc:sldMk cId="3621537403" sldId="259"/>
            <ac:picMk id="5" creationId="{EC2173A0-8FFF-D6F5-2D15-FDB053F95E7A}"/>
          </ac:picMkLst>
        </pc:picChg>
        <pc:picChg chg="add mod">
          <ac:chgData name="Ajinkya Khot" userId="eb7e41071af96720" providerId="LiveId" clId="{BD362E3D-F3F6-4757-AA91-0400C9976DFE}" dt="2026-03-27T08:44:57.378" v="526" actId="1076"/>
          <ac:picMkLst>
            <pc:docMk/>
            <pc:sldMk cId="3621537403" sldId="259"/>
            <ac:picMk id="2050" creationId="{63611BEB-5D85-66FB-4682-24C0F409139C}"/>
          </ac:picMkLst>
        </pc:picChg>
      </pc:sldChg>
      <pc:sldChg chg="addSp modSp mod">
        <pc:chgData name="Ajinkya Khot" userId="eb7e41071af96720" providerId="LiveId" clId="{BD362E3D-F3F6-4757-AA91-0400C9976DFE}" dt="2026-03-27T08:54:50.630" v="537" actId="1076"/>
        <pc:sldMkLst>
          <pc:docMk/>
          <pc:sldMk cId="2426753334" sldId="260"/>
        </pc:sldMkLst>
        <pc:spChg chg="mod">
          <ac:chgData name="Ajinkya Khot" userId="eb7e41071af96720" providerId="LiveId" clId="{BD362E3D-F3F6-4757-AA91-0400C9976DFE}" dt="2026-03-27T06:59:56.680" v="403" actId="20577"/>
          <ac:spMkLst>
            <pc:docMk/>
            <pc:sldMk cId="2426753334" sldId="260"/>
            <ac:spMk id="3" creationId="{6CB7DA3E-0F43-D01E-21B1-AFBA22DEDB2B}"/>
          </ac:spMkLst>
        </pc:spChg>
        <pc:picChg chg="add mod">
          <ac:chgData name="Ajinkya Khot" userId="eb7e41071af96720" providerId="LiveId" clId="{BD362E3D-F3F6-4757-AA91-0400C9976DFE}" dt="2026-03-27T08:54:50.630" v="537" actId="1076"/>
          <ac:picMkLst>
            <pc:docMk/>
            <pc:sldMk cId="2426753334" sldId="260"/>
            <ac:picMk id="3074" creationId="{72C143A1-31FA-A9C7-BEBF-45BA99D79D74}"/>
          </ac:picMkLst>
        </pc:picChg>
      </pc:sldChg>
      <pc:sldChg chg="addSp delSp modSp new mod">
        <pc:chgData name="Ajinkya Khot" userId="eb7e41071af96720" providerId="LiveId" clId="{BD362E3D-F3F6-4757-AA91-0400C9976DFE}" dt="2026-03-27T09:17:22.086" v="559" actId="14100"/>
        <pc:sldMkLst>
          <pc:docMk/>
          <pc:sldMk cId="3861539726" sldId="261"/>
        </pc:sldMkLst>
        <pc:spChg chg="mod">
          <ac:chgData name="Ajinkya Khot" userId="eb7e41071af96720" providerId="LiveId" clId="{BD362E3D-F3F6-4757-AA91-0400C9976DFE}" dt="2026-03-26T12:27:56.580" v="34" actId="2711"/>
          <ac:spMkLst>
            <pc:docMk/>
            <pc:sldMk cId="3861539726" sldId="261"/>
            <ac:spMk id="2" creationId="{6CE78EB1-5BC3-6278-1BF0-E3A4B827D802}"/>
          </ac:spMkLst>
        </pc:spChg>
        <pc:spChg chg="del">
          <ac:chgData name="Ajinkya Khot" userId="eb7e41071af96720" providerId="LiveId" clId="{BD362E3D-F3F6-4757-AA91-0400C9976DFE}" dt="2026-03-26T13:41:05.956" v="191"/>
          <ac:spMkLst>
            <pc:docMk/>
            <pc:sldMk cId="3861539726" sldId="261"/>
            <ac:spMk id="3" creationId="{1624B224-4717-4081-3535-3E9862016362}"/>
          </ac:spMkLst>
        </pc:spChg>
        <pc:spChg chg="add mod">
          <ac:chgData name="Ajinkya Khot" userId="eb7e41071af96720" providerId="LiveId" clId="{BD362E3D-F3F6-4757-AA91-0400C9976DFE}" dt="2026-03-27T09:17:22.086" v="559" actId="14100"/>
          <ac:spMkLst>
            <pc:docMk/>
            <pc:sldMk cId="3861539726" sldId="261"/>
            <ac:spMk id="4" creationId="{73E6D2F9-A87D-1AF7-CA44-3619C94F2CC3}"/>
          </ac:spMkLst>
        </pc:spChg>
        <pc:picChg chg="add mod">
          <ac:chgData name="Ajinkya Khot" userId="eb7e41071af96720" providerId="LiveId" clId="{BD362E3D-F3F6-4757-AA91-0400C9976DFE}" dt="2026-03-27T09:12:10.572" v="551" actId="1076"/>
          <ac:picMkLst>
            <pc:docMk/>
            <pc:sldMk cId="3861539726" sldId="261"/>
            <ac:picMk id="5122" creationId="{A3ADCF19-121E-F2C9-F840-ECB1CD09C1E6}"/>
          </ac:picMkLst>
        </pc:picChg>
      </pc:sldChg>
      <pc:sldChg chg="addSp modSp new mod">
        <pc:chgData name="Ajinkya Khot" userId="eb7e41071af96720" providerId="LiveId" clId="{BD362E3D-F3F6-4757-AA91-0400C9976DFE}" dt="2026-03-27T07:11:04.602" v="489"/>
        <pc:sldMkLst>
          <pc:docMk/>
          <pc:sldMk cId="3528158048" sldId="262"/>
        </pc:sldMkLst>
        <pc:spChg chg="mod">
          <ac:chgData name="Ajinkya Khot" userId="eb7e41071af96720" providerId="LiveId" clId="{BD362E3D-F3F6-4757-AA91-0400C9976DFE}" dt="2026-03-26T12:28:33.277" v="63" actId="2711"/>
          <ac:spMkLst>
            <pc:docMk/>
            <pc:sldMk cId="3528158048" sldId="262"/>
            <ac:spMk id="2" creationId="{5B170FD7-5E44-AD42-F52C-C14C4A583C1E}"/>
          </ac:spMkLst>
        </pc:spChg>
        <pc:spChg chg="mod">
          <ac:chgData name="Ajinkya Khot" userId="eb7e41071af96720" providerId="LiveId" clId="{BD362E3D-F3F6-4757-AA91-0400C9976DFE}" dt="2026-03-27T07:11:04.602" v="489"/>
          <ac:spMkLst>
            <pc:docMk/>
            <pc:sldMk cId="3528158048" sldId="262"/>
            <ac:spMk id="3" creationId="{940714ED-16FA-397E-F71E-23A1D0A19C3A}"/>
          </ac:spMkLst>
        </pc:spChg>
        <pc:picChg chg="add mod">
          <ac:chgData name="Ajinkya Khot" userId="eb7e41071af96720" providerId="LiveId" clId="{BD362E3D-F3F6-4757-AA91-0400C9976DFE}" dt="2026-03-27T07:07:18.913" v="456" actId="14100"/>
          <ac:picMkLst>
            <pc:docMk/>
            <pc:sldMk cId="3528158048" sldId="262"/>
            <ac:picMk id="1026" creationId="{547E0053-A0E1-3417-9164-A03C35801EEA}"/>
          </ac:picMkLst>
        </pc:picChg>
        <pc:picChg chg="add mod">
          <ac:chgData name="Ajinkya Khot" userId="eb7e41071af96720" providerId="LiveId" clId="{BD362E3D-F3F6-4757-AA91-0400C9976DFE}" dt="2026-03-27T07:09:53.111" v="487" actId="1076"/>
          <ac:picMkLst>
            <pc:docMk/>
            <pc:sldMk cId="3528158048" sldId="262"/>
            <ac:picMk id="1028" creationId="{2A65CB85-F448-6F35-BC3D-A0ECABB872D5}"/>
          </ac:picMkLst>
        </pc:picChg>
      </pc:sldChg>
      <pc:sldChg chg="addSp delSp modSp new mod">
        <pc:chgData name="Ajinkya Khot" userId="eb7e41071af96720" providerId="LiveId" clId="{BD362E3D-F3F6-4757-AA91-0400C9976DFE}" dt="2026-03-27T08:45:41.366" v="532" actId="1076"/>
        <pc:sldMkLst>
          <pc:docMk/>
          <pc:sldMk cId="2358602928" sldId="263"/>
        </pc:sldMkLst>
        <pc:spChg chg="mod">
          <ac:chgData name="Ajinkya Khot" userId="eb7e41071af96720" providerId="LiveId" clId="{BD362E3D-F3F6-4757-AA91-0400C9976DFE}" dt="2026-03-26T12:30:02.459" v="81" actId="2711"/>
          <ac:spMkLst>
            <pc:docMk/>
            <pc:sldMk cId="2358602928" sldId="263"/>
            <ac:spMk id="2" creationId="{FA83AEC9-3203-833D-D05C-CB408D5F9020}"/>
          </ac:spMkLst>
        </pc:spChg>
        <pc:spChg chg="del">
          <ac:chgData name="Ajinkya Khot" userId="eb7e41071af96720" providerId="LiveId" clId="{BD362E3D-F3F6-4757-AA91-0400C9976DFE}" dt="2026-03-26T13:46:16.458" v="205"/>
          <ac:spMkLst>
            <pc:docMk/>
            <pc:sldMk cId="2358602928" sldId="263"/>
            <ac:spMk id="3" creationId="{8E997BEF-888E-524E-7576-B846B2C36441}"/>
          </ac:spMkLst>
        </pc:spChg>
        <pc:spChg chg="add mod">
          <ac:chgData name="Ajinkya Khot" userId="eb7e41071af96720" providerId="LiveId" clId="{BD362E3D-F3F6-4757-AA91-0400C9976DFE}" dt="2026-03-26T13:47:32.206" v="221" actId="12"/>
          <ac:spMkLst>
            <pc:docMk/>
            <pc:sldMk cId="2358602928" sldId="263"/>
            <ac:spMk id="4" creationId="{50230741-9D5C-86CF-6D8D-1E08B0641641}"/>
          </ac:spMkLst>
        </pc:spChg>
        <pc:picChg chg="add mod">
          <ac:chgData name="Ajinkya Khot" userId="eb7e41071af96720" providerId="LiveId" clId="{BD362E3D-F3F6-4757-AA91-0400C9976DFE}" dt="2026-03-27T08:45:41.366" v="532" actId="1076"/>
          <ac:picMkLst>
            <pc:docMk/>
            <pc:sldMk cId="2358602928" sldId="263"/>
            <ac:picMk id="5" creationId="{DD2CE388-D2E9-435B-F18C-1A901427E81F}"/>
          </ac:picMkLst>
        </pc:picChg>
      </pc:sldChg>
      <pc:sldChg chg="addSp delSp modSp new mod">
        <pc:chgData name="Ajinkya Khot" userId="eb7e41071af96720" providerId="LiveId" clId="{BD362E3D-F3F6-4757-AA91-0400C9976DFE}" dt="2026-03-27T09:09:14.546" v="542" actId="1076"/>
        <pc:sldMkLst>
          <pc:docMk/>
          <pc:sldMk cId="2248966478" sldId="264"/>
        </pc:sldMkLst>
        <pc:spChg chg="mod">
          <ac:chgData name="Ajinkya Khot" userId="eb7e41071af96720" providerId="LiveId" clId="{BD362E3D-F3F6-4757-AA91-0400C9976DFE}" dt="2026-03-26T12:30:29.720" v="101" actId="2711"/>
          <ac:spMkLst>
            <pc:docMk/>
            <pc:sldMk cId="2248966478" sldId="264"/>
            <ac:spMk id="2" creationId="{9AB9E8FF-F51C-C916-C300-AD36A0B552E0}"/>
          </ac:spMkLst>
        </pc:spChg>
        <pc:spChg chg="del">
          <ac:chgData name="Ajinkya Khot" userId="eb7e41071af96720" providerId="LiveId" clId="{BD362E3D-F3F6-4757-AA91-0400C9976DFE}" dt="2026-03-26T13:51:32.510" v="222"/>
          <ac:spMkLst>
            <pc:docMk/>
            <pc:sldMk cId="2248966478" sldId="264"/>
            <ac:spMk id="3" creationId="{67339B34-51C9-390E-728E-9C4458355D13}"/>
          </ac:spMkLst>
        </pc:spChg>
        <pc:spChg chg="add mod">
          <ac:chgData name="Ajinkya Khot" userId="eb7e41071af96720" providerId="LiveId" clId="{BD362E3D-F3F6-4757-AA91-0400C9976DFE}" dt="2026-03-26T13:54:45.258" v="254" actId="1076"/>
          <ac:spMkLst>
            <pc:docMk/>
            <pc:sldMk cId="2248966478" sldId="264"/>
            <ac:spMk id="4" creationId="{54563BE3-3C24-7227-7B23-49C9B8F28DDF}"/>
          </ac:spMkLst>
        </pc:spChg>
        <pc:picChg chg="add mod">
          <ac:chgData name="Ajinkya Khot" userId="eb7e41071af96720" providerId="LiveId" clId="{BD362E3D-F3F6-4757-AA91-0400C9976DFE}" dt="2026-03-27T09:09:14.546" v="542" actId="1076"/>
          <ac:picMkLst>
            <pc:docMk/>
            <pc:sldMk cId="2248966478" sldId="264"/>
            <ac:picMk id="4098" creationId="{66CFE5E4-BC62-56F0-0CE7-B5FC178CB093}"/>
          </ac:picMkLst>
        </pc:picChg>
      </pc:sldChg>
      <pc:sldChg chg="addSp modSp new mod">
        <pc:chgData name="Ajinkya Khot" userId="eb7e41071af96720" providerId="LiveId" clId="{BD362E3D-F3F6-4757-AA91-0400C9976DFE}" dt="2026-03-27T09:17:53.508" v="560" actId="12"/>
        <pc:sldMkLst>
          <pc:docMk/>
          <pc:sldMk cId="2317943750" sldId="265"/>
        </pc:sldMkLst>
        <pc:spChg chg="mod">
          <ac:chgData name="Ajinkya Khot" userId="eb7e41071af96720" providerId="LiveId" clId="{BD362E3D-F3F6-4757-AA91-0400C9976DFE}" dt="2026-03-26T12:31:08.547" v="130" actId="2711"/>
          <ac:spMkLst>
            <pc:docMk/>
            <pc:sldMk cId="2317943750" sldId="265"/>
            <ac:spMk id="2" creationId="{52BC7EBE-E0F4-5DD3-E418-715EC064A05A}"/>
          </ac:spMkLst>
        </pc:spChg>
        <pc:spChg chg="mod">
          <ac:chgData name="Ajinkya Khot" userId="eb7e41071af96720" providerId="LiveId" clId="{BD362E3D-F3F6-4757-AA91-0400C9976DFE}" dt="2026-03-27T09:17:53.508" v="560" actId="12"/>
          <ac:spMkLst>
            <pc:docMk/>
            <pc:sldMk cId="2317943750" sldId="265"/>
            <ac:spMk id="3" creationId="{DA155B53-ECCB-E3F3-9225-C42C1EB05EBF}"/>
          </ac:spMkLst>
        </pc:spChg>
        <pc:picChg chg="add mod">
          <ac:chgData name="Ajinkya Khot" userId="eb7e41071af96720" providerId="LiveId" clId="{BD362E3D-F3F6-4757-AA91-0400C9976DFE}" dt="2026-03-27T09:15:11.635" v="554" actId="1076"/>
          <ac:picMkLst>
            <pc:docMk/>
            <pc:sldMk cId="2317943750" sldId="265"/>
            <ac:picMk id="6146" creationId="{74B7090D-93A5-F12A-C061-FE2842BD19CD}"/>
          </ac:picMkLst>
        </pc:picChg>
      </pc:sldChg>
      <pc:sldChg chg="addSp delSp modSp new mod">
        <pc:chgData name="Ajinkya Khot" userId="eb7e41071af96720" providerId="LiveId" clId="{BD362E3D-F3F6-4757-AA91-0400C9976DFE}" dt="2026-03-27T07:24:22.080" v="508" actId="14100"/>
        <pc:sldMkLst>
          <pc:docMk/>
          <pc:sldMk cId="1122696379" sldId="266"/>
        </pc:sldMkLst>
        <pc:spChg chg="mod">
          <ac:chgData name="Ajinkya Khot" userId="eb7e41071af96720" providerId="LiveId" clId="{BD362E3D-F3F6-4757-AA91-0400C9976DFE}" dt="2026-03-27T07:24:01.587" v="502" actId="1076"/>
          <ac:spMkLst>
            <pc:docMk/>
            <pc:sldMk cId="1122696379" sldId="266"/>
            <ac:spMk id="2" creationId="{6E80862E-E53C-D2FA-6B7D-3B78F93ECD8A}"/>
          </ac:spMkLst>
        </pc:spChg>
        <pc:spChg chg="del">
          <ac:chgData name="Ajinkya Khot" userId="eb7e41071af96720" providerId="LiveId" clId="{BD362E3D-F3F6-4757-AA91-0400C9976DFE}" dt="2026-03-27T07:23:42.181" v="490" actId="931"/>
          <ac:spMkLst>
            <pc:docMk/>
            <pc:sldMk cId="1122696379" sldId="266"/>
            <ac:spMk id="3" creationId="{67F8A0F5-38C1-348E-CE89-B17B57D83A37}"/>
          </ac:spMkLst>
        </pc:spChg>
        <pc:picChg chg="add mod">
          <ac:chgData name="Ajinkya Khot" userId="eb7e41071af96720" providerId="LiveId" clId="{BD362E3D-F3F6-4757-AA91-0400C9976DFE}" dt="2026-03-27T07:24:22.080" v="508" actId="14100"/>
          <ac:picMkLst>
            <pc:docMk/>
            <pc:sldMk cId="1122696379" sldId="266"/>
            <ac:picMk id="5" creationId="{B34B67C2-26E5-B4AD-3BEE-68B1CDFE84D6}"/>
          </ac:picMkLst>
        </pc:picChg>
      </pc:sldChg>
      <pc:sldChg chg="addSp delSp modSp new mod">
        <pc:chgData name="Ajinkya Khot" userId="eb7e41071af96720" providerId="LiveId" clId="{BD362E3D-F3F6-4757-AA91-0400C9976DFE}" dt="2026-03-26T14:37:37.309" v="331" actId="14100"/>
        <pc:sldMkLst>
          <pc:docMk/>
          <pc:sldMk cId="866259534" sldId="267"/>
        </pc:sldMkLst>
        <pc:spChg chg="mod">
          <ac:chgData name="Ajinkya Khot" userId="eb7e41071af96720" providerId="LiveId" clId="{BD362E3D-F3F6-4757-AA91-0400C9976DFE}" dt="2026-03-26T14:37:37.309" v="331" actId="14100"/>
          <ac:spMkLst>
            <pc:docMk/>
            <pc:sldMk cId="866259534" sldId="267"/>
            <ac:spMk id="2" creationId="{0C507117-237B-429B-9F22-1E0E04FE6396}"/>
          </ac:spMkLst>
        </pc:spChg>
        <pc:spChg chg="del">
          <ac:chgData name="Ajinkya Khot" userId="eb7e41071af96720" providerId="LiveId" clId="{BD362E3D-F3F6-4757-AA91-0400C9976DFE}" dt="2026-03-26T14:36:25.929" v="321"/>
          <ac:spMkLst>
            <pc:docMk/>
            <pc:sldMk cId="866259534" sldId="267"/>
            <ac:spMk id="3" creationId="{1CAEA22D-DB77-66D3-27A3-99A28D26F0F4}"/>
          </ac:spMkLst>
        </pc:spChg>
        <pc:spChg chg="add mod">
          <ac:chgData name="Ajinkya Khot" userId="eb7e41071af96720" providerId="LiveId" clId="{BD362E3D-F3F6-4757-AA91-0400C9976DFE}" dt="2026-03-26T14:37:15.395" v="329" actId="6549"/>
          <ac:spMkLst>
            <pc:docMk/>
            <pc:sldMk cId="866259534" sldId="267"/>
            <ac:spMk id="4" creationId="{90CCE2A8-A06D-2904-95A0-8C8C7071B403}"/>
          </ac:spMkLst>
        </pc:spChg>
      </pc:sldChg>
      <pc:sldChg chg="delSp modSp new mod">
        <pc:chgData name="Ajinkya Khot" userId="eb7e41071af96720" providerId="LiveId" clId="{BD362E3D-F3F6-4757-AA91-0400C9976DFE}" dt="2026-03-27T09:15:26.953" v="555" actId="1076"/>
        <pc:sldMkLst>
          <pc:docMk/>
          <pc:sldMk cId="841142679" sldId="268"/>
        </pc:sldMkLst>
        <pc:spChg chg="mod">
          <ac:chgData name="Ajinkya Khot" userId="eb7e41071af96720" providerId="LiveId" clId="{BD362E3D-F3F6-4757-AA91-0400C9976DFE}" dt="2026-03-27T09:15:26.953" v="555" actId="1076"/>
          <ac:spMkLst>
            <pc:docMk/>
            <pc:sldMk cId="841142679" sldId="268"/>
            <ac:spMk id="2" creationId="{79E0FD53-B241-2DFE-BA09-99A1731C4617}"/>
          </ac:spMkLst>
        </pc:spChg>
        <pc:spChg chg="del">
          <ac:chgData name="Ajinkya Khot" userId="eb7e41071af96720" providerId="LiveId" clId="{BD362E3D-F3F6-4757-AA91-0400C9976DFE}" dt="2026-03-26T12:33:04.148" v="185" actId="478"/>
          <ac:spMkLst>
            <pc:docMk/>
            <pc:sldMk cId="841142679" sldId="268"/>
            <ac:spMk id="3" creationId="{46DB428A-1BA6-D5D8-FDBD-59DC07CF634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75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228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43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550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282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4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11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63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86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19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323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134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653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826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586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927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866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F017835-534B-449A-9459-674D345CD1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ED9D5E-1FC1-4323-BB1E-30C794136D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54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3461-BEC4-CC5D-3019-94E9BEA967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 and Dynamic Pricing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997E8-B826-BFE4-DCF5-6CBB9CA9F4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Travel, Tourism and Hospitality Analytics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07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AE175-50C2-97AA-F909-238139CFD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150D5E-5CA8-60CB-1487-6D167170C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85305"/>
            <a:ext cx="9901270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travel industry faces high revenue loss due to frequent booking cancellations.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cannot predict customer cancellations effectively.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Pricing strategies are static and do not adapt to demand changes.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poor revenue optimization.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 are needed to improve pricing and customer retention. </a:t>
            </a:r>
          </a:p>
        </p:txBody>
      </p:sp>
    </p:spTree>
    <p:extLst>
      <p:ext uri="{BB962C8B-B14F-4D97-AF65-F5344CB8AC3E}">
        <p14:creationId xmlns:p14="http://schemas.microsoft.com/office/powerpoint/2010/main" val="4279719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A3E5-89B8-CB67-A93F-6382A06A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084" y="685799"/>
            <a:ext cx="10018713" cy="175259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0929E1-1ABE-B8A9-60B7-8E2130E339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3484" y="1892521"/>
            <a:ext cx="8579698" cy="307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factors driving customer cancellations (churn)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booking patterns and seasonal demand trends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 customers based on behavior and booking characteristics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pricing patterns and elasticity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foundation for dynamic pricing and retention strategies </a:t>
            </a:r>
          </a:p>
        </p:txBody>
      </p:sp>
      <p:pic>
        <p:nvPicPr>
          <p:cNvPr id="2050" name="Picture 2" descr="Project Objectives Examples &amp; Tips to Accomplish Your Goals">
            <a:extLst>
              <a:ext uri="{FF2B5EF4-FFF2-40B4-BE49-F238E27FC236}">
                <a16:creationId xmlns:a16="http://schemas.microsoft.com/office/drawing/2014/main" id="{63611BEB-5D85-66FB-4682-24C0F4091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182" y="2525971"/>
            <a:ext cx="2774102" cy="18936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537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F9EA-C652-D5AA-A66D-22E7B29B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7DA3E-0F43-D01E-21B1-AFBA22DED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720" y="2233862"/>
            <a:ext cx="10018713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  Gautam Jaiswal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Ramu Aradhyula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Nihla K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Minakshi Patil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Name: Infotact Solutions Pvt Ltd.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Teaching effective teamwork and collaboration | THE Campus Learn, Share,  Connect">
            <a:extLst>
              <a:ext uri="{FF2B5EF4-FFF2-40B4-BE49-F238E27FC236}">
                <a16:creationId xmlns:a16="http://schemas.microsoft.com/office/drawing/2014/main" id="{72C143A1-31FA-A9C7-BEBF-45BA99D79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14" y="2438399"/>
            <a:ext cx="4165601" cy="312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753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8EB1-5BC3-6278-1BF0-E3A4B82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E6D2F9-A87D-1AF7-CA44-3619C94F2C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9242" y="2174869"/>
            <a:ext cx="5074909" cy="307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Rate (%)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RevPAR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Booking Conversion Rate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Daily Rate (ADR)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Accuracy </a:t>
            </a:r>
          </a:p>
        </p:txBody>
      </p:sp>
      <p:pic>
        <p:nvPicPr>
          <p:cNvPr id="5122" name="Picture 2" descr="Certified performance indicators specialist.">
            <a:extLst>
              <a:ext uri="{FF2B5EF4-FFF2-40B4-BE49-F238E27FC236}">
                <a16:creationId xmlns:a16="http://schemas.microsoft.com/office/drawing/2014/main" id="{A3ADCF19-121E-F2C9-F840-ECB1CD09C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339" y="2669064"/>
            <a:ext cx="3452882" cy="234809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53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70FD7-5E44-AD42-F52C-C14C4A583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714ED-16FA-397E-F71E-23A1D0A19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5401" y="2062518"/>
            <a:ext cx="8776532" cy="410968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Python (Pandas, NumPy) for data cleaning and manipulation.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for plotting different graphs.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interactive dashboards.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techniques for data analysis.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A65CB85-F448-6F35-BC3D-A0ECABB87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401" y="2959495"/>
            <a:ext cx="452649" cy="36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158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3AEC9-3203-833D-D05C-CB408D5F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230741-9D5C-86CF-6D8D-1E08B06416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1966943"/>
            <a:ext cx="343555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Historical booking data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lvl="2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 Time </a:t>
            </a:r>
          </a:p>
          <a:p>
            <a:pPr lvl="2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Booking Date </a:t>
            </a:r>
          </a:p>
          <a:p>
            <a:pPr lvl="2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Deposit Type </a:t>
            </a:r>
          </a:p>
          <a:p>
            <a:pPr lvl="2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Type </a:t>
            </a:r>
          </a:p>
          <a:p>
            <a:pPr lvl="2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Segment </a:t>
            </a:r>
          </a:p>
          <a:p>
            <a:pPr lvl="2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(ADR)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graphic of a data center&#10;&#10;AI-generated content may be incorrect.">
            <a:extLst>
              <a:ext uri="{FF2B5EF4-FFF2-40B4-BE49-F238E27FC236}">
                <a16:creationId xmlns:a16="http://schemas.microsoft.com/office/drawing/2014/main" id="{DD2CE388-D2E9-435B-F18C-1A901427E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38399"/>
            <a:ext cx="5138382" cy="342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0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9E8FF-F51C-C916-C300-AD36A0B55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563BE3-3C24-7227-7B23-49C9B8F28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43618" y="2438399"/>
            <a:ext cx="3591048" cy="2518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Removing duplicates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Missing values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pic>
        <p:nvPicPr>
          <p:cNvPr id="4098" name="Picture 2" descr="Data processing Icons in PNG &amp; SVG">
            <a:extLst>
              <a:ext uri="{FF2B5EF4-FFF2-40B4-BE49-F238E27FC236}">
                <a16:creationId xmlns:a16="http://schemas.microsoft.com/office/drawing/2014/main" id="{66CFE5E4-BC62-56F0-0CE7-B5FC178CB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775" y="2738650"/>
            <a:ext cx="2782082" cy="251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96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C7EBE-E0F4-5DD3-E418-715EC064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55B53-ECCB-E3F3-9225-C42C1EB05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38399"/>
            <a:ext cx="10018713" cy="3124201"/>
          </a:xfrm>
        </p:spPr>
        <p:txBody>
          <a:bodyPr/>
          <a:lstStyle/>
          <a:p>
            <a:pPr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Analysis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Behaviour Analysis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Demand Trends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Analysis</a:t>
            </a:r>
          </a:p>
        </p:txBody>
      </p:sp>
      <p:pic>
        <p:nvPicPr>
          <p:cNvPr id="6146" name="Picture 2" descr="6 Types of Data Analysis That Help Decision-Makers | Velvetech">
            <a:extLst>
              <a:ext uri="{FF2B5EF4-FFF2-40B4-BE49-F238E27FC236}">
                <a16:creationId xmlns:a16="http://schemas.microsoft.com/office/drawing/2014/main" id="{74B7090D-93A5-F12A-C061-FE2842BD1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109" y="2709222"/>
            <a:ext cx="4648597" cy="2582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943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862E-E53C-D2FA-6B7D-3B78F93EC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833" y="153537"/>
            <a:ext cx="10018713" cy="71991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screenshot of a hotel dashboard&#10;&#10;AI-generated content may be incorrect.">
            <a:extLst>
              <a:ext uri="{FF2B5EF4-FFF2-40B4-BE49-F238E27FC236}">
                <a16:creationId xmlns:a16="http://schemas.microsoft.com/office/drawing/2014/main" id="{B34B67C2-26E5-B4AD-3BEE-68B1CDFE8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493" y="1288574"/>
            <a:ext cx="10018713" cy="5057635"/>
          </a:xfrm>
        </p:spPr>
      </p:pic>
    </p:spTree>
    <p:extLst>
      <p:ext uri="{BB962C8B-B14F-4D97-AF65-F5344CB8AC3E}">
        <p14:creationId xmlns:p14="http://schemas.microsoft.com/office/powerpoint/2010/main" val="1122696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7117-237B-429B-9F22-1E0E04FE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30085"/>
            <a:ext cx="10018713" cy="127116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CCE2A8-A06D-2904-95A0-8C8C7071B4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1338967"/>
            <a:ext cx="10252765" cy="5288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analysis enables better decision-making in pricing and customer management.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cancellation patterns can be effectively predicted using historical data.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Seasonal demand trends play a critical role in revenue optimization.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strategies help maximize Revenue Per Available Room (RevPAR).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analytics-driven approaches improve profitability and competitiveness in the hospitality industry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66259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0FD53-B241-2DFE-BA09-99A1731C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570" y="2704472"/>
            <a:ext cx="10018713" cy="1752599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You..!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1426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1167</TotalTime>
  <Words>314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Corbel</vt:lpstr>
      <vt:lpstr>Times New Roman</vt:lpstr>
      <vt:lpstr>Wingdings</vt:lpstr>
      <vt:lpstr>Parallax</vt:lpstr>
      <vt:lpstr>Customer Retention and Dynamic Pricing Analysis</vt:lpstr>
      <vt:lpstr>Introduction</vt:lpstr>
      <vt:lpstr>Project Objectives </vt:lpstr>
      <vt:lpstr>Project Team</vt:lpstr>
      <vt:lpstr>Key Performance Indicators (KPIs)</vt:lpstr>
      <vt:lpstr>Tools and Technologies Used</vt:lpstr>
      <vt:lpstr>Dataset Overview</vt:lpstr>
      <vt:lpstr>Data Preprocessing</vt:lpstr>
      <vt:lpstr>Exploratory Data Analysis</vt:lpstr>
      <vt:lpstr>Power BI Dashboard</vt:lpstr>
      <vt:lpstr>Conclusion</vt:lpstr>
      <vt:lpstr>Thank You..!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Ajinkya Khot</dc:creator>
  <cp:lastModifiedBy>Ajinkya Khot</cp:lastModifiedBy>
  <cp:revision>1</cp:revision>
  <dcterms:created xsi:type="dcterms:W3CDTF">2026-03-26T11:48:04Z</dcterms:created>
  <dcterms:modified xsi:type="dcterms:W3CDTF">2026-03-27T09:18:12Z</dcterms:modified>
</cp:coreProperties>
</file>